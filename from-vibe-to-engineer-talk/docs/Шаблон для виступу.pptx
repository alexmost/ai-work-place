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gf/PkjWNsj+ooL29nw5ZQb2MYz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22" Type="http://schemas.openxmlformats.org/officeDocument/2006/relationships/font" Target="fonts/MontserratMedium-boldItalic.fntdata"/><Relationship Id="rId21" Type="http://schemas.openxmlformats.org/officeDocument/2006/relationships/font" Target="fonts/MontserratMedium-italic.fntdata"/><Relationship Id="rId24" Type="http://schemas.openxmlformats.org/officeDocument/2006/relationships/font" Target="fonts/MontserratExtraBold-boldItalic.fntdata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MontserratMedium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3ae95d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3ae95d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a3ae95da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a3ae95da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a3ae95da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a3ae95da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a3ae95da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a3ae95da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a3ae95da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a3ae95da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3ae95da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a3ae95da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a3ae95da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a3ae95da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a3ae95da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a3ae95da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a3ae95da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a3ae95da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a3ae95dac_0_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a3ae95dac_0_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g3ea3ae95dac_0_0" title="ChatGPT Image 8 черв. 2026 р., 18_00_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g3ea3ae95dac_0_12" title="1920х1080_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ea3ae95dac_0_12"/>
          <p:cNvSpPr/>
          <p:nvPr/>
        </p:nvSpPr>
        <p:spPr>
          <a:xfrm>
            <a:off x="507175" y="1820213"/>
            <a:ext cx="2970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ExtraBold"/>
              <a:buNone/>
            </a:pPr>
            <a:r>
              <a:rPr b="0" i="0" lang="uk" sz="28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Ім’я </a:t>
            </a:r>
            <a:r>
              <a:rPr lang="uk"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Прізвище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ea3ae95dac_0_12"/>
          <p:cNvSpPr/>
          <p:nvPr/>
        </p:nvSpPr>
        <p:spPr>
          <a:xfrm>
            <a:off x="507175" y="2991778"/>
            <a:ext cx="3770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 Medium"/>
              <a:buNone/>
            </a:pPr>
            <a:r>
              <a:rPr b="0" i="0" lang="uk" sz="13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Тема виступу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ea3ae95dac_0_12"/>
          <p:cNvSpPr/>
          <p:nvPr/>
        </p:nvSpPr>
        <p:spPr>
          <a:xfrm>
            <a:off x="507175" y="2457153"/>
            <a:ext cx="23619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 Medium"/>
              <a:buNone/>
            </a:pPr>
            <a:r>
              <a:rPr b="0" i="0" lang="uk" sz="13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Хто ти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ea3ae95dac_0_27" title="1920х1080_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ea3ae95dac_0_27"/>
          <p:cNvSpPr/>
          <p:nvPr/>
        </p:nvSpPr>
        <p:spPr>
          <a:xfrm>
            <a:off x="476251" y="1881188"/>
            <a:ext cx="36387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 ExtraBold"/>
              <a:buNone/>
            </a:pPr>
            <a:r>
              <a:rPr b="0" i="0" lang="uk" sz="34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Тут може бути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 ExtraBold"/>
              <a:buNone/>
            </a:pPr>
            <a:r>
              <a:rPr b="0" i="0" lang="uk" sz="34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твій заголовок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a3ae95dac_0_27"/>
          <p:cNvSpPr/>
          <p:nvPr/>
        </p:nvSpPr>
        <p:spPr>
          <a:xfrm>
            <a:off x="476251" y="3068861"/>
            <a:ext cx="26130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b="0" i="0" lang="uk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і дескриптор також:)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g3ea3ae95dac_0_27" title="image 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3751" y="1125975"/>
            <a:ext cx="2613000" cy="2455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ea3ae95dac_0_39" title="1920х1080_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ea3ae95dac_0_39"/>
          <p:cNvSpPr/>
          <p:nvPr/>
        </p:nvSpPr>
        <p:spPr>
          <a:xfrm>
            <a:off x="476251" y="1881188"/>
            <a:ext cx="36387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 ExtraBold"/>
              <a:buNone/>
            </a:pPr>
            <a:r>
              <a:rPr b="0" i="0" lang="uk" sz="34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Тут може бути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 ExtraBold"/>
              <a:buNone/>
            </a:pPr>
            <a:r>
              <a:rPr b="0" i="0" lang="uk" sz="34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твій заголовок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ea3ae95dac_0_39"/>
          <p:cNvSpPr/>
          <p:nvPr/>
        </p:nvSpPr>
        <p:spPr>
          <a:xfrm>
            <a:off x="476251" y="3068861"/>
            <a:ext cx="26130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b="0" i="0" lang="uk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і дескриптор також:)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g3ea3ae95dac_0_39" title="image 39.png"/>
          <p:cNvPicPr preferRelativeResize="0"/>
          <p:nvPr/>
        </p:nvPicPr>
        <p:blipFill rotWithShape="1">
          <a:blip r:embed="rId4">
            <a:alphaModFix/>
          </a:blip>
          <a:srcRect b="-1564" l="0" r="0" t="0"/>
          <a:stretch/>
        </p:blipFill>
        <p:spPr>
          <a:xfrm>
            <a:off x="6121775" y="857800"/>
            <a:ext cx="1831151" cy="2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ea3ae95dac_0_48" title="1920х1080_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ea3ae95dac_0_48"/>
          <p:cNvSpPr/>
          <p:nvPr/>
        </p:nvSpPr>
        <p:spPr>
          <a:xfrm>
            <a:off x="476251" y="1881188"/>
            <a:ext cx="36387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 ExtraBold"/>
              <a:buNone/>
            </a:pPr>
            <a:r>
              <a:rPr b="0" i="0" lang="uk" sz="34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Тут може бути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 ExtraBold"/>
              <a:buNone/>
            </a:pPr>
            <a:r>
              <a:rPr b="0" i="0" lang="uk" sz="34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твій заголовок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ea3ae95dac_0_48"/>
          <p:cNvSpPr/>
          <p:nvPr/>
        </p:nvSpPr>
        <p:spPr>
          <a:xfrm>
            <a:off x="476251" y="3068861"/>
            <a:ext cx="26130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b="0" i="0" lang="uk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і дескриптор також:)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g3ea3ae95dac_0_48" title="image 41.png"/>
          <p:cNvPicPr preferRelativeResize="0"/>
          <p:nvPr/>
        </p:nvPicPr>
        <p:blipFill rotWithShape="1">
          <a:blip r:embed="rId4">
            <a:alphaModFix/>
          </a:blip>
          <a:srcRect b="-5268" l="-3660" r="-5605" t="-5180"/>
          <a:stretch/>
        </p:blipFill>
        <p:spPr>
          <a:xfrm>
            <a:off x="5593450" y="981500"/>
            <a:ext cx="2687001" cy="25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ea3ae95dac_0_68" title="1920х1080_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ea3ae95dac_0_68"/>
          <p:cNvSpPr/>
          <p:nvPr/>
        </p:nvSpPr>
        <p:spPr>
          <a:xfrm>
            <a:off x="593713" y="2322888"/>
            <a:ext cx="234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Тут </a:t>
            </a: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бути смайл чи текст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для привернення уваги або ще щось а я тут просто </a:t>
            </a: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показує</a:t>
            </a: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доступну кількість тексту.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Ще одне речення буде супер, більше краще не треба.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ea3ae95dac_0_68"/>
          <p:cNvSpPr/>
          <p:nvPr/>
        </p:nvSpPr>
        <p:spPr>
          <a:xfrm>
            <a:off x="586569" y="1746625"/>
            <a:ext cx="2360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uk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Підзаголовок на пару слів але не більше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a3ae95dac_0_68"/>
          <p:cNvSpPr/>
          <p:nvPr/>
        </p:nvSpPr>
        <p:spPr>
          <a:xfrm>
            <a:off x="3403591" y="2322888"/>
            <a:ext cx="234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Тут </a:t>
            </a: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бути смайл чи текст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для привернення уваги або ще щось а я тут просто </a:t>
            </a: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показує</a:t>
            </a: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доступну кількість тексту.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Ще одне речення буде супер, більше краще не треба.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a3ae95dac_0_68"/>
          <p:cNvSpPr/>
          <p:nvPr/>
        </p:nvSpPr>
        <p:spPr>
          <a:xfrm>
            <a:off x="3396447" y="1746625"/>
            <a:ext cx="2360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uk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Підзаголовок на пару слів але не більше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a3ae95dac_0_68"/>
          <p:cNvSpPr/>
          <p:nvPr/>
        </p:nvSpPr>
        <p:spPr>
          <a:xfrm>
            <a:off x="6203943" y="2322888"/>
            <a:ext cx="234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Тут </a:t>
            </a: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бути смайл чи текст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для привернення уваги або ще щось а я тут просто </a:t>
            </a: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показує</a:t>
            </a: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доступну кількість тексту.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0" i="0" lang="uk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Ще одне речення буде супер, більше краще не треба.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ea3ae95dac_0_68"/>
          <p:cNvSpPr/>
          <p:nvPr/>
        </p:nvSpPr>
        <p:spPr>
          <a:xfrm>
            <a:off x="6196799" y="1746625"/>
            <a:ext cx="2360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uk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Підзаголовок на пару слів але не більше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ea3ae95dac_0_17" title="1920х1080_6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a3ae95dac_0_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a3ae95dac_0_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g3ea3ae95dac_0_7" title="1920х1080_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ea3ae95dac_0_82" title="1920х1080_4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ea3ae95dac_0_82"/>
          <p:cNvSpPr/>
          <p:nvPr/>
        </p:nvSpPr>
        <p:spPr>
          <a:xfrm>
            <a:off x="3358250" y="2060800"/>
            <a:ext cx="21372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9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 ExtraBold"/>
              <a:buNone/>
            </a:pPr>
            <a:r>
              <a:rPr lang="uk" sz="3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ДЯКУЮ!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